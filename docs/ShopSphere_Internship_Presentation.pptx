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6984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FULL-STACK INTERNSHIP CAPSTONE PROJECT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  <a:latin typeface="Segoe UI"/>
              </a:defRPr>
            </a:pPr>
            <a:r>
              <a:t>ShopSphere</a:t>
            </a:r>
          </a:p>
          <a:p>
            <a:pPr>
              <a:spcAft>
                <a:spcPts val="16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Enterprise-Grade Full-Stack E-Commerce Management System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production-grade commerce platform featuring React 18, Spring Boot 3.3 REST APIs, MySQL 8 relational schema, stateless JWT authentication, atomic inventory locking, and Razorpay payment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24688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4526280"/>
            <a:ext cx="213969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FRONTEND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 18 • Redux Toolkit •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389120"/>
            <a:ext cx="24688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4526280"/>
            <a:ext cx="213969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BACKEND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Java 22 • Spring Boot 3.3 • JPA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389120"/>
            <a:ext cx="24688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4526280"/>
            <a:ext cx="213969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DATABASE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MySQL 8 (19 3NF Tables)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4389120"/>
            <a:ext cx="24688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4526280"/>
            <a:ext cx="213969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SECURITY &amp; PAYMENTS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Spring Security 6 • JWT • Razorpay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Candidate: Full-Stack Developer Intern   |   Role-Based Evaluation: Customer &amp; Admin Portals   |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EXECUTIVE SUMMARY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Background &amp; Core Objectives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Bridging modern customer-centric shopping experiences with enterprise-grade backend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914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🎯 Problem Statement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Academic e-commerce prototypes frequently lack genuine enterprise security and real-world payment flows.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Tightly coupled architectures struggle with inventory race conditions and inconsistent cart totals.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Missing admin observability restricts real-time business decision-making and order lifecycle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91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9202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💡 Proposed Solution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Engineered ShopSphere: a decoupled 3-tier architecture with React 18, Spring Boot 3, and MySQL 8.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Implemented stateless JWT authentication with strict Role-Based Access Control (RBAC).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Designed a cryptographic Razorpay payment verification engine with HMAC-SHA256 signature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202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🏆 Key Deliverables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100% functional customer storefront: faceted search, dynamic cart, coupons, and 6-stage order tracking.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Comprehensive admin portal: real-time sales KPIs, catalog management, inventory alerts, and order dispatch.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19 normalized 3NF database tables with ACID transactional guarantees and seed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3-Tier Enterprise Architecture &amp; Tech Stack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Decoupled presentation, business logic, and persistence layers communicating via RESTful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240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TIER 1: FRONTEND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React 18 &amp; Vite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Redux Toolkit (Centralized State Management)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React Router v6 (Protected &amp; Role Routes)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Axios HTTP Client with JWT Interceptors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Tailwind CSS &amp; Lucide Icons Responsive UI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Dynamic Filters, Cart &amp; Instant Modals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060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6060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240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TIER 2: BACKEND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Spring Boot 3.3 &amp; Java 22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Spring MVC REST Controller Layer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Spring Security 6 (Stateless JWT Filter)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Spring Data JPA &amp; Hibernate 6 ORM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Declarative @Transactional Boundaries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Global Exception Handling &amp; Validation DTOs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6060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60604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20"/>
            <a:ext cx="2240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8B5CF6"/>
                </a:solidFill>
                <a:latin typeface="Segoe UI"/>
              </a:defRPr>
            </a:pPr>
            <a:r>
              <a:t>TIER 3: DATABASE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MySQL 8 Relational DB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19 Tables Normalized to Third Normal Form (3NF)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HikariCP High-Performance Connection Pool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Strict Foreign Key Cascades &amp; Constraints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B-Tree Indexes on Search &amp; Filter Foreign Keys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ACID Compliance for Concurrent Checkouts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6060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645920"/>
            <a:ext cx="2606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874520"/>
            <a:ext cx="2240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TIER 4: INTEGRATIONS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Cloud Services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Razorpay Payment Gateway (Checkout &amp; Webhook)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HMAC-SHA256 Server-Side Signature Verification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Cloudinary High-Resolution Image Delivery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JavaMail SMTP for Order Confirmations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✔ Mock Fallback Mode for Offline Dev &amp;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DATABASE DESIGN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Normalized Relational Architecture (MySQL 8)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19 tables engineered in Third Normal Form (3NF) ensuring ACID transactional guarantees.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4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1. Identity &amp; RBAC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Tables: `users`, `roles`, `user_roles`, `addresses`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Separates user credentials from address records (1:N relation). Multi-role mapping enables fine-grained authorization (`ROLE_CUSTOMER`, `ROLE_ADMIN`).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2. Product Catalog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Tables: `categories`, `brands`, `products`, `product_images`, `product_specifications`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Structured taxonomy with self-referencing subcategories. Multi-image galleries and arbitrary key-value technical specifications per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3. Cart &amp; Wishlist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Tables: `carts`, `cart_items`, `wishlists`, `wishlist_items`, `coupons`, `coupon_usage`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Independent shopping cart and saved wishlist persistence per user. Dynamic discount engine with usage limit tracking and expiry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4. Orders &amp; Payments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Tables: `orders`, `order_items`, `order_status_history`, `payments`, `reviews`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Historical unit price snapshotting on `order_items`. Audit history tracking 6 fulfillment states. Immutable payment records &amp; verified review linkage.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CUSTOMER EXPERIENCE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Storefront Navigation &amp; Discovery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Modern responsive home experience designed for maximum conversion and product discoverability.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5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Key Storefront Features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Hero Promotion Banner: </a:t>
            </a:r>
            <a:r>
              <a:rPr b="0">
                <a:solidFill>
                  <a:srgbClr val="64748B"/>
                </a:solidFill>
              </a:rPr>
              <a:t>Showcases curated seasonal offers and primary CTAs linking directly to top deals.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Category Exploration Grid: </a:t>
            </a:r>
            <a:r>
              <a:rPr b="0">
                <a:solidFill>
                  <a:srgbClr val="64748B"/>
                </a:solidFill>
              </a:rPr>
              <a:t>Circular visual category cards with direct faceted route filtering.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Featured Deals &amp; Best Sellers: </a:t>
            </a:r>
            <a:r>
              <a:rPr b="0">
                <a:solidFill>
                  <a:srgbClr val="64748B"/>
                </a:solidFill>
              </a:rPr>
              <a:t>Live database-driven product grids with responsive pricing cards.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Global Header &amp; Search: </a:t>
            </a:r>
            <a:r>
              <a:rPr b="0">
                <a:solidFill>
                  <a:srgbClr val="64748B"/>
                </a:solidFill>
              </a:rPr>
              <a:t>Dynamic search input, real-time Redux cart item counter badge, and wishlist shortcut.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1-Click Authentication: </a:t>
            </a:r>
            <a:r>
              <a:rPr b="0">
                <a:solidFill>
                  <a:srgbClr val="64748B"/>
                </a:solidFill>
              </a:rPr>
              <a:t>Instant demo credentials modal for seamless internship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0368" y="1572768"/>
            <a:ext cx="6272784" cy="45171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09344"/>
            <a:ext cx="6126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📸 LIVE STOREFRONT HOME SCREEN</a:t>
            </a:r>
          </a:p>
        </p:txBody>
      </p:sp>
      <p:pic>
        <p:nvPicPr>
          <p:cNvPr id="9" name="Picture 8" descr="01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47088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PRODUCT MODULE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Catalog Filtering, Search &amp; Sorting Engine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Real-time client-side and server-side faceted query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6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Faceted Filter Capabilities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Category &amp; Brand Pills: </a:t>
            </a:r>
            <a:r>
              <a:rPr b="0">
                <a:solidFill>
                  <a:srgbClr val="64748B"/>
                </a:solidFill>
              </a:rPr>
              <a:t>Filter items by single or multi-brand selections with immediate state synchronization.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Dynamic Price Slider: </a:t>
            </a:r>
            <a:r>
              <a:rPr b="0">
                <a:solidFill>
                  <a:srgbClr val="64748B"/>
                </a:solidFill>
              </a:rPr>
              <a:t>Dual-bound or upper-bound price slider (e.g. ₹0 to ₹1,50,000) filtering results on the fly.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Rating &amp; Availability Filters: </a:t>
            </a:r>
            <a:r>
              <a:rPr b="0">
                <a:solidFill>
                  <a:srgbClr val="64748B"/>
                </a:solidFill>
              </a:rPr>
              <a:t>Filter products by minimum star ratings (4★ &amp; above) and 'In Stock' availability.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Dynamic Sorting Engine: </a:t>
            </a:r>
            <a:r>
              <a:rPr b="0">
                <a:solidFill>
                  <a:srgbClr val="64748B"/>
                </a:solidFill>
              </a:rPr>
              <a:t>Sort by Price (Low → High, High → Low), Newest Arrivals, or Customer Rating.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Responsive Grid Cards: </a:t>
            </a:r>
            <a:r>
              <a:rPr b="0">
                <a:solidFill>
                  <a:srgbClr val="64748B"/>
                </a:solidFill>
              </a:rPr>
              <a:t>Product card displaying brand, title, discount badge, star rating, price, and quick 'Add to Cart'.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0368" y="1572768"/>
            <a:ext cx="6272784" cy="45171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09344"/>
            <a:ext cx="6126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📸 LIVE PRODUCT CATALOG &amp; SEARCH FILTER PAGE</a:t>
            </a:r>
          </a:p>
        </p:txBody>
      </p:sp>
      <p:pic>
        <p:nvPicPr>
          <p:cNvPr id="9" name="Picture 8" descr="02_catalog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47088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PRODUCT DETAIL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Rich Product Showcase &amp; Customer Reviews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Comprehensive product information architecture with verified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7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Detail View Architecture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Interactive Image Gallery: </a:t>
            </a:r>
            <a:r>
              <a:rPr b="0">
                <a:solidFill>
                  <a:srgbClr val="64748B"/>
                </a:solidFill>
              </a:rPr>
              <a:t>High-definition multi-angle product gallery with responsive thumbnail selector.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Inventory Status Badges: </a:t>
            </a:r>
            <a:r>
              <a:rPr b="0">
                <a:solidFill>
                  <a:srgbClr val="64748B"/>
                </a:solidFill>
              </a:rPr>
              <a:t>Real-time stock indicator (e.g. 'Only 4 left in stock' warning or 'Out of stock' lock).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Quantity Guard: </a:t>
            </a:r>
            <a:r>
              <a:rPr b="0">
                <a:solidFill>
                  <a:srgbClr val="64748B"/>
                </a:solidFill>
              </a:rPr>
              <a:t>Frontend and backend bounds checking preventing quantity requests exceeding available stock.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Technical Specifications: </a:t>
            </a:r>
            <a:r>
              <a:rPr b="0">
                <a:solidFill>
                  <a:srgbClr val="64748B"/>
                </a:solidFill>
              </a:rPr>
              <a:t>Dynamic key-value specification table mapped from `product_specifications` table.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Verified Reviews Section: </a:t>
            </a:r>
            <a:r>
              <a:rPr b="0">
                <a:solidFill>
                  <a:srgbClr val="64748B"/>
                </a:solidFill>
              </a:rPr>
              <a:t>Aggregated star rating display and verified purchase customer testimonials.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0368" y="1572768"/>
            <a:ext cx="6272784" cy="45171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09344"/>
            <a:ext cx="6126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📸 LIVE PRODUCT DETAILS, SPECS &amp; RATINGS PAGE</a:t>
            </a:r>
          </a:p>
        </p:txBody>
      </p:sp>
      <p:pic>
        <p:nvPicPr>
          <p:cNvPr id="9" name="Picture 8" descr="03_produc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47088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COMMERCE ENGINE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Shopping Cart &amp; Discount Coupon Engine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Real-time calculation of item subtotals, promotional discounts, taxes, and shipping.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8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Cart &amp; Checkout Flow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Persistent Cart State: </a:t>
            </a:r>
            <a:r>
              <a:rPr b="0">
                <a:solidFill>
                  <a:srgbClr val="64748B"/>
                </a:solidFill>
              </a:rPr>
              <a:t>Synchronized in Redux and backed by MySQL `cart_items` for logged-in customers.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Inline Quantity Controls: </a:t>
            </a:r>
            <a:r>
              <a:rPr b="0">
                <a:solidFill>
                  <a:srgbClr val="64748B"/>
                </a:solidFill>
              </a:rPr>
              <a:t>One-click increment, decrement, and item removal with live price recalibration.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Dynamic Promo Engine: </a:t>
            </a:r>
            <a:r>
              <a:rPr b="0">
                <a:solidFill>
                  <a:srgbClr val="64748B"/>
                </a:solidFill>
              </a:rPr>
              <a:t>Supports percentage (e.g., WELCOME10) and flat discounts (e.g., FLAT500) with minimum order validation.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Transparent Cost Breakdown: </a:t>
            </a:r>
            <a:r>
              <a:rPr b="0">
                <a:solidFill>
                  <a:srgbClr val="64748B"/>
                </a:solidFill>
              </a:rPr>
              <a:t>Clear itemized summary showing Subtotal, Applied Discount, GST Tax (18%), and Shipping.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Seamless Checkout Transition: </a:t>
            </a:r>
            <a:r>
              <a:rPr b="0">
                <a:solidFill>
                  <a:srgbClr val="64748B"/>
                </a:solidFill>
              </a:rPr>
              <a:t>Direct link to address selection and secure Razorpay payment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0368" y="1572768"/>
            <a:ext cx="6272784" cy="45171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09344"/>
            <a:ext cx="6126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📸 LIVE SHOPPING CART &amp; ORDER SUMMARY SCREEN</a:t>
            </a:r>
          </a:p>
        </p:txBody>
      </p:sp>
      <p:pic>
        <p:nvPicPr>
          <p:cNvPr id="9" name="Picture 8" descr="04_car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47088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SECURITY 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Spring Security 6 &amp; Stateless JWT Authentication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Industry-standard cryptographic token security with zero server-side session overhead.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9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STEP 1: CREDENTIAL VERIFICATION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BCrypt Hashing &amp; Auth Manager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Customer / Admin enters credentials on React login form.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Spring Security `AuthenticationManager` intercepts request.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`DaoAuthenticationProvider` validates password against BCrypt hash (10 salt rounds) stored in `users` table.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Rejects invalid logins with unified generic error message to prevent username enumeration.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STEP 2: JWT TOKEN GENERATION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HMAC-SHA256 Token Minting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`JwtTokenProvider` generates cryptographically signed JWT token upon successful authentication.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Payload contains subject (`email`), user ID, and claims (`ROLE_CUSTOMER`, `ROLE_ADMIN`).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Configured with 24-hour expiration timestamp (`app.jwt.expiration-ms`).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Token returned in JSON response and stored in Redux &amp; localStorage.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STEP 3: REQUEST AUTHORIZATION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Stateless Filter &amp; RBAC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Axios request interceptor automatically attaches `Authorization: Bearer &lt;token&gt;` to protected API requests.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`JwtAuthenticationFilter` intercepts requests, validates HMAC signature, and extracts user claims.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Populates Spring `SecurityContextHolder` with authenticated user principal.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Role routes protected via `@PreAuthorize("hasRole('ADMIN')")`.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PAYMENT INTEGRATION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Razorpay Payment Gateway &amp; HMAC Verification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Ensuring payment integrity through server-side cryptographic signature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10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1. Server-Side Order Creation</a:t>
            </a:r>
          </a:p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SECURITY RULE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Prices are never trusted from the client. The Spring Boot backend recalculates cart item prices directly from the database, applies coupon deductions, and calls Razorpay API to generate a trusted `razorpayOrderId`.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2. Client Checkout Modal</a:t>
            </a:r>
          </a:p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USER EXPERIENCE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React loads the Razorpay Standard Checkout SDK. The customer completes payment via Credit/Debit Cards, Net Banking, or UPI in a PCI-DSS compliant sandbox iframe without exposing sensitive card data to our servers.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3. HMAC-SHA256 Verification</a:t>
            </a:r>
          </a:p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CRYPTOGRAPHY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On payment success, client forwards `order_id`, `payment_id`, and `signature` to `/api/payments/verify`. Backend computes `HMAC_SHA256(order_id + '|' + payment_id, secret)` and compares in constant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4. Order Confirmation &amp; Fulfillment</a:t>
            </a:r>
          </a:p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DATABASE ATOMICITY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Only upon successful signature match does order status transition to `CONFIRMED`. System generates immutable invoice in `payments` table and triggers email dispatch. Cash on Delivery (COD) supported as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BUSINESS LOGIC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Enterprise Business Rules &amp; Concurrency Control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Defensive backend implementations preventing fraud, overselling, and data corruption.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11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🔒 Verified Purchase Review Gate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Spam Prevention &amp; Review Integrity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Business Requirement: Customers can ONLY submit reviews for products they have genuinely purchased and received.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Implementation: `ReviewService.addReview()` executes an inner join across `orders` and `order_items` for the requesting customer ID.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Verification Check: Order status must be strictly `DELIVERED`. Otherwise, throws HTTP 403 `AccessDeniedException`.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Guarantees that 100% of product reviews reflect genuine customer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⚡ Atomic Inventory Reservation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Race Condition &amp; Overselling Prevention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Business Requirement: Prevent multiple concurrent users from purchasing the same remaining stock unit.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Implementation: Wrap checkout logic inside Spring `@Transactional(isolation = Isolation.READ_COMMITTED)`.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Stock Decrement: Executes atomic SQL `UPDATE products SET stock = stock - :qty WHERE id = :id AND stock &gt;= :qty`.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Low-Stock Trigger: Automatic notification logged when product stock falls below configurable threshold (e.g. ≤ 5 units).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745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🏷️ Dynamic Coupon Validation Engine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Financial Safety &amp; Discount Limits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Business Requirement: Prevent expired coupons, excessive discount stacking, or sub-minimum usage.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Implementation: Checks expiry timestamp (`expiry_date &gt; NOW()`) and total usage limit (`times_used &lt; max_uses`).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Threshold Check: Validates that order subtotal meets minimum order requirement (`min_order_amount`).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Calculation: Supports both percentage discounts (with max discount cap) and fixed flat rebates.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ADMIN DASHBOARD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Real-Time Sales Intelligence &amp; Business KPIs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High-level managerial dashboard monitoring operational velocity and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12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Analytics Capabilities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Executive KPI Cards: </a:t>
            </a:r>
            <a:r>
              <a:rPr b="0">
                <a:solidFill>
                  <a:srgbClr val="64748B"/>
                </a:solidFill>
              </a:rPr>
              <a:t>Instant aggregated metrics: Total Sales Revenue (₹8,45,600+), Total Orders (1,245), Catalog Products, and Active Customers.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Monthly Revenue Trends: </a:t>
            </a:r>
            <a:r>
              <a:rPr b="0">
                <a:solidFill>
                  <a:srgbClr val="64748B"/>
                </a:solidFill>
              </a:rPr>
              <a:t>Visual line graph tracking revenue velocity and seasonal growth spikes.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Order Status Breakdown: </a:t>
            </a:r>
            <a:r>
              <a:rPr b="0">
                <a:solidFill>
                  <a:srgbClr val="64748B"/>
                </a:solidFill>
              </a:rPr>
              <a:t>Doughnut / bar distribution showing orders across PLACED, SHIPPED, and DELIVERED states.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Low-Stock Early Warning: </a:t>
            </a:r>
            <a:r>
              <a:rPr b="0">
                <a:solidFill>
                  <a:srgbClr val="64748B"/>
                </a:solidFill>
              </a:rPr>
              <a:t>Real-time alert banner flagging items with critical stock depletion (e.g. ≤ 5 units left).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Quick Navigation Hub: </a:t>
            </a:r>
            <a:r>
              <a:rPr b="0">
                <a:solidFill>
                  <a:srgbClr val="64748B"/>
                </a:solidFill>
              </a:rPr>
              <a:t>Immediate deep links to manage inventory, update order dispatches, and configure coupons.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0368" y="1572768"/>
            <a:ext cx="6272784" cy="45171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09344"/>
            <a:ext cx="6126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📸 LIVE ADMIN ANALYTICS &amp; KPI DASHBOARD</a:t>
            </a:r>
          </a:p>
        </p:txBody>
      </p:sp>
      <p:pic>
        <p:nvPicPr>
          <p:cNvPr id="9" name="Picture 8" descr="06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47088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ADMIN OPERATIONS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Catalog Management &amp; 6-Stage Order Lifecycle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Granular administrative consoles for inventory maintenance and fulfillment.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13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Operational Controls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Full Catalog CRUD: </a:t>
            </a:r>
            <a:r>
              <a:rPr b="0">
                <a:solidFill>
                  <a:srgbClr val="64748B"/>
                </a:solidFill>
              </a:rPr>
              <a:t>Create, edit, and deactivate products with image URLs, specifications, categories, and brands.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6-Stage Order Lifecycle: </a:t>
            </a:r>
            <a:r>
              <a:rPr b="0">
                <a:solidFill>
                  <a:srgbClr val="64748B"/>
                </a:solidFill>
              </a:rPr>
              <a:t>State machine transition: PLACED → CONFIRMED → PROCESSING → SHIPPED → OUT_FOR_DELIVERY → DELIVERED.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Inventory Restock Sentinel: </a:t>
            </a:r>
            <a:r>
              <a:rPr b="0">
                <a:solidFill>
                  <a:srgbClr val="64748B"/>
                </a:solidFill>
              </a:rPr>
              <a:t>Real-time stock adjustment interface with visual depletion warning tags.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Coupon Configuration: </a:t>
            </a:r>
            <a:r>
              <a:rPr b="0">
                <a:solidFill>
                  <a:srgbClr val="64748B"/>
                </a:solidFill>
              </a:rPr>
              <a:t>Create and manage promotional discount codes, expiry schedules, and minimum spend rules.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Customer Oversight: </a:t>
            </a:r>
            <a:r>
              <a:rPr b="0">
                <a:solidFill>
                  <a:srgbClr val="64748B"/>
                </a:solidFill>
              </a:rPr>
              <a:t>Inspect registered customers, order histories, and account statuses.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0368" y="1572768"/>
            <a:ext cx="6272784" cy="45171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09344"/>
            <a:ext cx="6126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/>
              </a:defRPr>
            </a:pPr>
            <a:r>
              <a:t>📸 LIVE ADMIN PRODUCT CATALOG &amp; STOCK CONSOLE</a:t>
            </a:r>
          </a:p>
        </p:txBody>
      </p:sp>
      <p:pic>
        <p:nvPicPr>
          <p:cNvPr id="9" name="Picture 8" descr="07_admin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47088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CONCLUSION &amp; EVALUATION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Learnings, Artifacts &amp; Demo Credentials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Demonstrating full-stack engineering proficiency across design, implementation, and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ShopSphere — Full-Stack E-Commerce System  |  Internship Capstone Presentation  |  Slide 14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🎓 Key Technical Learnings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3-Tier Architecture Mastery: </a:t>
            </a:r>
            <a:r>
              <a:rPr b="0">
                <a:solidFill>
                  <a:srgbClr val="64748B"/>
                </a:solidFill>
              </a:rPr>
              <a:t>Seamless integration between React 18, Spring Boot 3.3, and MySQL 8 with clean boundary separation.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Production Security Standards: </a:t>
            </a:r>
            <a:r>
              <a:rPr b="0">
                <a:solidFill>
                  <a:srgbClr val="64748B"/>
                </a:solidFill>
              </a:rPr>
              <a:t>Implemented Spring Security 6 stateless JWT architecture, BCrypt salting, and method-level RBAC.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Real-World Cryptography: </a:t>
            </a:r>
            <a:r>
              <a:rPr b="0">
                <a:solidFill>
                  <a:srgbClr val="64748B"/>
                </a:solidFill>
              </a:rPr>
              <a:t>Integrated Razorpay payment gateway with server-side HMAC-SHA256 signature verification.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Relational Data Modeling: </a:t>
            </a:r>
            <a:r>
              <a:rPr b="0">
                <a:solidFill>
                  <a:srgbClr val="64748B"/>
                </a:solidFill>
              </a:rPr>
              <a:t>Engineered 19 normalized 3NF tables with foreign key cascades and transactional consistency.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✔ Robust State Management: </a:t>
            </a:r>
            <a:r>
              <a:rPr b="0">
                <a:solidFill>
                  <a:srgbClr val="64748B"/>
                </a:solidFill>
              </a:rPr>
              <a:t>Leveraged Redux Toolkit for cart, wishlist, and authentication state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57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⚡ Viva &amp; Demo Evaluation Credentials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🔑 Administrator Account:</a:t>
            </a:r>
            <a:br/>
            <a:r>
              <a:rPr b="0">
                <a:solidFill>
                  <a:srgbClr val="64748B"/>
                </a:solidFill>
              </a:rPr>
              <a:t>admin@shopsphere.com  /  Admin@123
(Full access to KPIs, Catalog CRUD, Inventory, Orders)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🔑 Customer Account:</a:t>
            </a:r>
            <a:br/>
            <a:r>
              <a:rPr b="0">
                <a:solidFill>
                  <a:srgbClr val="64748B"/>
                </a:solidFill>
              </a:rPr>
              <a:t>customer@shopsphere.com  /  Customer@123
(Catalog shopping, cart, Razorpay checkout, orders)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🔑 1-Click Demo Fill:</a:t>
            </a:r>
            <a:br/>
            <a:r>
              <a:rPr b="0">
                <a:solidFill>
                  <a:srgbClr val="64748B"/>
                </a:solidFill>
              </a:rPr>
              <a:t>Login page features instant 1-click helper buttons to auto-populate credentials for evaluators.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🔑 Verified Build Status:</a:t>
            </a:r>
            <a:br/>
            <a:r>
              <a:rPr b="0">
                <a:solidFill>
                  <a:srgbClr val="64748B"/>
                </a:solidFill>
              </a:rPr>
              <a:t>• Backend: Maven compile &amp; test suite passed cleanly (Java 22)
• Frontend: Vite build bundle passed cleanly (React 18)
• Database: MySQL 8 initialized with 19 tables &amp; seed records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🔑 Project Artifacts:</a:t>
            </a:r>
            <a:br/>
            <a:r>
              <a:rPr b="0">
                <a:solidFill>
                  <a:srgbClr val="64748B"/>
                </a:solidFill>
              </a:rPr>
              <a:t>• Complete Source Code in `ShopSphere/`
• Schema &amp; Seed SQL in `database/`
• REST API Docs in `docs/API-documentation.md`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